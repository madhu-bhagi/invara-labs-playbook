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baf5f449e04bd4" /><Relationship Type="http://schemas.openxmlformats.org/officeDocument/2006/relationships/extended-properties" Target="/docProps/app.xml" Id="R9d07f7263c8d4274" /><Relationship Type="http://schemas.openxmlformats.org/officeDocument/2006/relationships/officeDocument" Target="/ppt/presentation.xml" Id="Rdb7b22bee3f84e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461496cb0e4b09"/>
  </p:sldMasterIdLst>
  <p:notesMasterIdLst>
    <p:notesMasterId xmlns:r="http://schemas.openxmlformats.org/officeDocument/2006/relationships" r:id="Rdbabbadca0494585"/>
  </p:notesMasterIdLst>
  <p:sldIdLst>
    <p:sldId xmlns:r="http://schemas.openxmlformats.org/officeDocument/2006/relationships" id="256" r:id="Radf92648cdc34a02"/>
    <p:sldId xmlns:r="http://schemas.openxmlformats.org/officeDocument/2006/relationships" id="257" r:id="R1d59c1a216fc454e"/>
    <p:sldId xmlns:r="http://schemas.openxmlformats.org/officeDocument/2006/relationships" id="258" r:id="R19e54080c3cf4b0c"/>
    <p:sldId xmlns:r="http://schemas.openxmlformats.org/officeDocument/2006/relationships" id="259" r:id="R65aae1753a3f42f4"/>
    <p:sldId xmlns:r="http://schemas.openxmlformats.org/officeDocument/2006/relationships" id="260" r:id="Rb1975bccfa1f4f19"/>
    <p:sldId xmlns:r="http://schemas.openxmlformats.org/officeDocument/2006/relationships" id="261" r:id="Rdc101213b24b4b17"/>
    <p:sldId xmlns:r="http://schemas.openxmlformats.org/officeDocument/2006/relationships" id="262" r:id="R526f4f71fc6c4e48"/>
    <p:sldId xmlns:r="http://schemas.openxmlformats.org/officeDocument/2006/relationships" id="263" r:id="Rdf618c34ca7a4677"/>
    <p:sldId xmlns:r="http://schemas.openxmlformats.org/officeDocument/2006/relationships" id="264" r:id="R570a588e7abd471d"/>
    <p:sldId xmlns:r="http://schemas.openxmlformats.org/officeDocument/2006/relationships" id="265" r:id="R184ea16a12a44b41"/>
    <p:sldId xmlns:r="http://schemas.openxmlformats.org/officeDocument/2006/relationships" id="266" r:id="R8628fe60c3514d47"/>
    <p:sldId xmlns:r="http://schemas.openxmlformats.org/officeDocument/2006/relationships" id="267" r:id="R6445309a5bbd426c"/>
    <p:sldId xmlns:r="http://schemas.openxmlformats.org/officeDocument/2006/relationships" id="268" r:id="Rb9a4dd17f1634ed9"/>
    <p:sldId xmlns:r="http://schemas.openxmlformats.org/officeDocument/2006/relationships" id="269" r:id="R329e6aa5f3b34817"/>
    <p:sldId xmlns:r="http://schemas.openxmlformats.org/officeDocument/2006/relationships" id="270" r:id="R7a0233f154354ad9"/>
    <p:sldId xmlns:r="http://schemas.openxmlformats.org/officeDocument/2006/relationships" id="271" r:id="Rb5833f477cd24c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6d4bb9f71c42e0" /><Relationship Type="http://schemas.openxmlformats.org/officeDocument/2006/relationships/slideMaster" Target="/ppt/slideMasters/slideMaster1.xml" Id="R23461496cb0e4b09" /><Relationship Type="http://schemas.openxmlformats.org/officeDocument/2006/relationships/notesMaster" Target="/ppt/notesMasters/notesMaster1.xml" Id="Rdbabbadca0494585" /><Relationship Type="http://schemas.openxmlformats.org/officeDocument/2006/relationships/presProps" Target="/ppt/presProps.xml" Id="R1eb67e9a33824076" /><Relationship Type="http://schemas.openxmlformats.org/officeDocument/2006/relationships/tableStyles" Target="/ppt/tableStyles.xml" Id="R0b7e76cab6bf4d38" /><Relationship Type="http://schemas.openxmlformats.org/officeDocument/2006/relationships/slide" Target="/ppt/slides/slide1.xml" Id="Radf92648cdc34a02" /><Relationship Type="http://schemas.openxmlformats.org/officeDocument/2006/relationships/slide" Target="/ppt/slides/slide2.xml" Id="R1d59c1a216fc454e" /><Relationship Type="http://schemas.openxmlformats.org/officeDocument/2006/relationships/slide" Target="/ppt/slides/slide3.xml" Id="R19e54080c3cf4b0c" /><Relationship Type="http://schemas.openxmlformats.org/officeDocument/2006/relationships/slide" Target="/ppt/slides/slide4.xml" Id="R65aae1753a3f42f4" /><Relationship Type="http://schemas.openxmlformats.org/officeDocument/2006/relationships/slide" Target="/ppt/slides/slide5.xml" Id="Rb1975bccfa1f4f19" /><Relationship Type="http://schemas.openxmlformats.org/officeDocument/2006/relationships/slide" Target="/ppt/slides/slide6.xml" Id="Rdc101213b24b4b17" /><Relationship Type="http://schemas.openxmlformats.org/officeDocument/2006/relationships/slide" Target="/ppt/slides/slide7.xml" Id="R526f4f71fc6c4e48" /><Relationship Type="http://schemas.openxmlformats.org/officeDocument/2006/relationships/slide" Target="/ppt/slides/slide8.xml" Id="Rdf618c34ca7a4677" /><Relationship Type="http://schemas.openxmlformats.org/officeDocument/2006/relationships/slide" Target="/ppt/slides/slide9.xml" Id="R570a588e7abd471d" /><Relationship Type="http://schemas.openxmlformats.org/officeDocument/2006/relationships/slide" Target="/ppt/slides/slide10.xml" Id="R184ea16a12a44b41" /><Relationship Type="http://schemas.openxmlformats.org/officeDocument/2006/relationships/slide" Target="/ppt/slides/slide11.xml" Id="R8628fe60c3514d47" /><Relationship Type="http://schemas.openxmlformats.org/officeDocument/2006/relationships/slide" Target="/ppt/slides/slide12.xml" Id="R6445309a5bbd426c" /><Relationship Type="http://schemas.openxmlformats.org/officeDocument/2006/relationships/slide" Target="/ppt/slides/slide13.xml" Id="Rb9a4dd17f1634ed9" /><Relationship Type="http://schemas.openxmlformats.org/officeDocument/2006/relationships/slide" Target="/ppt/slides/slide14.xml" Id="R329e6aa5f3b34817" /><Relationship Type="http://schemas.openxmlformats.org/officeDocument/2006/relationships/slide" Target="/ppt/slides/slide15.xml" Id="R7a0233f154354ad9" /><Relationship Type="http://schemas.openxmlformats.org/officeDocument/2006/relationships/slide" Target="/ppt/slides/slide16.xml" Id="Rb5833f477cd24c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d32a1cf88c4a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975aeed3484919" /><Relationship Type="http://schemas.openxmlformats.org/officeDocument/2006/relationships/notesMaster" Target="/ppt/notesMasters/notesMaster1.xml" Id="Red3b023a691642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25457b53ac455f" /><Relationship Type="http://schemas.openxmlformats.org/officeDocument/2006/relationships/notesMaster" Target="/ppt/notesMasters/notesMaster1.xml" Id="R099c2fd9f3e54c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9272aa37b64b4c" /><Relationship Type="http://schemas.openxmlformats.org/officeDocument/2006/relationships/notesMaster" Target="/ppt/notesMasters/notesMaster1.xml" Id="Rb60e14ef03974d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c5a64af7a34cbe" /><Relationship Type="http://schemas.openxmlformats.org/officeDocument/2006/relationships/notesMaster" Target="/ppt/notesMasters/notesMaster1.xml" Id="Rd11a8bc2643242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93f380b389434f" /><Relationship Type="http://schemas.openxmlformats.org/officeDocument/2006/relationships/notesMaster" Target="/ppt/notesMasters/notesMaster1.xml" Id="Rc5e05520b38942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1d466f57fd4578" /><Relationship Type="http://schemas.openxmlformats.org/officeDocument/2006/relationships/notesMaster" Target="/ppt/notesMasters/notesMaster1.xml" Id="R8b41f6852f5841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d0bcf8c0e249f7" /><Relationship Type="http://schemas.openxmlformats.org/officeDocument/2006/relationships/notesMaster" Target="/ppt/notesMasters/notesMaster1.xml" Id="R96aa2e0809b642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7adf7305cb4562" /><Relationship Type="http://schemas.openxmlformats.org/officeDocument/2006/relationships/notesMaster" Target="/ppt/notesMasters/notesMaster1.xml" Id="R11d2f33f2f884c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5461e63474430c" /><Relationship Type="http://schemas.openxmlformats.org/officeDocument/2006/relationships/notesMaster" Target="/ppt/notesMasters/notesMaster1.xml" Id="Rbdf8feb0bf9b46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cddb72633b40ec" /><Relationship Type="http://schemas.openxmlformats.org/officeDocument/2006/relationships/notesMaster" Target="/ppt/notesMasters/notesMaster1.xml" Id="Rff95eb430f9d47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e94b6234b7457f" /><Relationship Type="http://schemas.openxmlformats.org/officeDocument/2006/relationships/notesMaster" Target="/ppt/notesMasters/notesMaster1.xml" Id="R4051875017c54d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a5bb173b8041c2" /><Relationship Type="http://schemas.openxmlformats.org/officeDocument/2006/relationships/notesMaster" Target="/ppt/notesMasters/notesMaster1.xml" Id="Rbd1dfc2e5cf742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2cdb0d73f94b89" /><Relationship Type="http://schemas.openxmlformats.org/officeDocument/2006/relationships/notesMaster" Target="/ppt/notesMasters/notesMaster1.xml" Id="R8f03e02dca1a47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1c642ea5be4e2b" /><Relationship Type="http://schemas.openxmlformats.org/officeDocument/2006/relationships/notesMaster" Target="/ppt/notesMasters/notesMaster1.xml" Id="Rc846fd4d122646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e3646905664b68" /><Relationship Type="http://schemas.openxmlformats.org/officeDocument/2006/relationships/notesMaster" Target="/ppt/notesMasters/notesMaster1.xml" Id="R4df640193eeb41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5d08a13cf34c73" /><Relationship Type="http://schemas.openxmlformats.org/officeDocument/2006/relationships/notesMaster" Target="/ppt/notesMasters/notesMaster1.xml" Id="R9266f27cdd89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client outcome, not a list of technologies.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- docs/01-foundation/03-vision.md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beachhead hypothesis to validate, not a permanent market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- docs/08-marketing/01-company-website-content.md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paid diagnostic, not a generic maturity certification or free architecture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Angular and Nx are initial proof strengths, not the company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imply legal certification, autonomous decisions, or guaranteed productivity gains.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- docs/08-marketing/01-company-website-content.md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repository has broad Draft coverage. Do not describe it as client-proven or fully 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- docs/08-marketing/01-company-website-content.md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docs/01-foundation/03-vision.md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add years, titles, employers, sectors, or client outcomes until the founder supplies verifiable profile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- docs/08-marketing/01-company-website-content.md</a:t>
            </a:r>
          </a:p>
          <a:p xmlns:a="http://schemas.openxmlformats.org/drawingml/2006/main">
            <a:r>
              <a:t>- docs/01-foundation/03-vision.md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a 30-minute qualification conversation, not a free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docs/08-marketing/01-company-website-content.md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46f85c48849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4dbd13594e4aed" /><Relationship Type="http://schemas.openxmlformats.org/officeDocument/2006/relationships/slideLayout" Target="/ppt/slideLayouts/slideLayout1.xml" Id="R53511a8801504c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511a8801504c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41856854b4393" /><Relationship Type="http://schemas.openxmlformats.org/officeDocument/2006/relationships/notesSlide" Target="/ppt/notesSlides/notesSlide1.xml" Id="Rf998e0a41a3b4e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854f7e7b94d69" /><Relationship Type="http://schemas.openxmlformats.org/officeDocument/2006/relationships/notesSlide" Target="/ppt/notesSlides/notesSlide2.xml" Id="R621dd751828343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c68d5408441a2" /><Relationship Type="http://schemas.openxmlformats.org/officeDocument/2006/relationships/notesSlide" Target="/ppt/notesSlides/notesSlide3.xml" Id="R58f68a9580a14a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b02473d4e4858" /><Relationship Type="http://schemas.openxmlformats.org/officeDocument/2006/relationships/notesSlide" Target="/ppt/notesSlides/notesSlide4.xml" Id="Rd9a4d624feec48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28aa84e2146bc" /><Relationship Type="http://schemas.openxmlformats.org/officeDocument/2006/relationships/notesSlide" Target="/ppt/notesSlides/notesSlide5.xml" Id="Rc604bb7f90fb4d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c8579d009470c" /><Relationship Type="http://schemas.openxmlformats.org/officeDocument/2006/relationships/notesSlide" Target="/ppt/notesSlides/notesSlide6.xml" Id="Re4a9173cd33042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80792c68f43cd" /><Relationship Type="http://schemas.openxmlformats.org/officeDocument/2006/relationships/notesSlide" Target="/ppt/notesSlides/notesSlide7.xml" Id="R3a8e15a5fc2246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b4baa0b1d4574" /><Relationship Type="http://schemas.openxmlformats.org/officeDocument/2006/relationships/notesSlide" Target="/ppt/notesSlides/notesSlide8.xml" Id="R2e736320858d40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8acb9951442ee" /><Relationship Type="http://schemas.openxmlformats.org/officeDocument/2006/relationships/notesSlide" Target="/ppt/notesSlides/notesSlide9.xml" Id="R284f03d1f23143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8ae691bf44955" /><Relationship Type="http://schemas.openxmlformats.org/officeDocument/2006/relationships/notesSlide" Target="/ppt/notesSlides/notesSlide10.xml" Id="Ra1c6fc06898742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f13b481f74edb" /><Relationship Type="http://schemas.openxmlformats.org/officeDocument/2006/relationships/notesSlide" Target="/ppt/notesSlides/notesSlide11.xml" Id="Rcfa2106a50b44a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43b16d5c140ba" /><Relationship Type="http://schemas.openxmlformats.org/officeDocument/2006/relationships/notesSlide" Target="/ppt/notesSlides/notesSlide12.xml" Id="R71ec5346e12942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943803074421d" /><Relationship Type="http://schemas.openxmlformats.org/officeDocument/2006/relationships/notesSlide" Target="/ppt/notesSlides/notesSlide13.xml" Id="R5a9751d5c9574a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b7058683843cd" /><Relationship Type="http://schemas.openxmlformats.org/officeDocument/2006/relationships/notesSlide" Target="/ppt/notesSlides/notesSlide14.xml" Id="Rd711ce027fda43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66a215eb34f01" /><Relationship Type="http://schemas.openxmlformats.org/officeDocument/2006/relationships/notesSlide" Target="/ppt/notesSlides/notesSlide15.xml" Id="Rcc0629d952a34d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4456b95cb4cee" /><Relationship Type="http://schemas.openxmlformats.org/officeDocument/2006/relationships/notesSlide" Target="/ppt/notesSlides/notesSlide16.xml" Id="Rff3665f0c10a49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C11557E-4FB7-4F9E-9AC6-DC96E314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better software.
Build stronger engineering capability.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D1EB12C-538E-43A5-ADFD-751C4A71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 First. AI Enabled. Business Focused.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F4CFA2A-5A7D-4A1A-B6CB-28E52C1C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INVARA LABS</a:t>
            </a:r>
          </a:p>
        </p:txBody>
      </p:sp>
    </p:spTree>
    <p:extLst>
      <p:ext uri="{BB962C8B-B14F-4D97-AF65-F5344CB8AC3E}">
        <p14:creationId xmlns:p14="http://schemas.microsoft.com/office/powerpoint/2010/main" val="9494858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AE4B908B-A796-48FC-93F8-FAE2D906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leaders see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Delivery slows. Architecture decisions diverge. Technical debt compounds. Operational risk becomes visible to the business.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tools spread faster than governance, verification, and outcome measurement.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Important knowledge remains fragmented across people, systems, and documents.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3EEB2DC9-A063-4BCA-A88F-A6140E67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3AE61016-0AF1-48B8-B913-208C9093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Software complexity eventually outgrows the system around it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47BE8D75-3111-4BDA-85BE-9E78984B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Hiring more developers does not repair a weak engineering system.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Leaders need focused senior judgement, a practical improvement path, and capability their teams can retain.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step should reduce uncertainty before a larger commitment.</a:t>
            </a:r>
          </a:p>
        </p:txBody>
      </p:sp>
    </p:spTree>
    <p:extLst>
      <p:ext uri="{BB962C8B-B14F-4D97-AF65-F5344CB8AC3E}">
        <p14:creationId xmlns:p14="http://schemas.microsoft.com/office/powerpoint/2010/main" val="18187048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BEB02C8-E1A1-4104-8DF9-DFE4BDDC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8586E36-3A0C-4788-B175-89F31A77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 improvement is ultimately business risk reduction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24DB7F5-6E09-4B5B-8268-C80964B1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Predictability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Make delivery commitments from clearer evidence and constraints.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780C442-FCA6-4063-B810-5E42F00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 quality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Expose trade-offs before they become expensive commitments.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40E85C0-4672-485C-B2AE-90DC2372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Cost control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Prioritise material risks instead of funding broad transformation.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D1ECAC2-D6F0-4F5B-A26F-3E546184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Delivery confidence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 an owned path from decision through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010408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DD68109-94F2-47DF-B9B3-6B40D0F6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7B39AA6-52DF-4084-ABD8-71AE56FD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focus on software-intensive B2B product companies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6B2D126-4598-437C-81C2-14C41FC3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20–150 engineers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Large enough to feel architecture, delivery, quality, and platform friction.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3D72F7D-2F17-4D5C-A2D8-6675EEA0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Urgent trigger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material decision or consequence exists within the next 90 days.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8E8C0C38-092E-427B-BED7-D8BC64C7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Accountable buyer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CTO, VP Engineering, or technical leader owns the decision and budget path.</a:t>
            </a:r>
          </a:p>
        </p:txBody>
      </p:sp>
    </p:spTree>
    <p:extLst>
      <p:ext uri="{BB962C8B-B14F-4D97-AF65-F5344CB8AC3E}">
        <p14:creationId xmlns:p14="http://schemas.microsoft.com/office/powerpoint/2010/main" val="10945877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920D059B-CC09-4C88-9BBB-3E1D062A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7DA13E2-FF73-4A56-AC13-332CA0D7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Invara Labs builds capability, not dependency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6386745-40EA-462A-879A-4DE45F40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Senior judgement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Founder-led architecture and hands-on engineering attention.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86191F4-7E02-4B8A-9521-D2CBBFA1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Outcome first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Business consequence and evidence before technology selection.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62B4CF1-5C61-452E-8E07-F6AEC416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Responsible AI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accelerates suitable work; engineers retain authority.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BFA637D-8D49-4073-B06D-A6314D46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 transfer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Clients retain clearer decisions, reusable knowledge, and ownership.</a:t>
            </a:r>
          </a:p>
        </p:txBody>
      </p:sp>
    </p:spTree>
    <p:extLst>
      <p:ext uri="{BB962C8B-B14F-4D97-AF65-F5344CB8AC3E}">
        <p14:creationId xmlns:p14="http://schemas.microsoft.com/office/powerpoint/2010/main" val="13436278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385DB2E-4E3A-4F8D-951A-AD6CA2AD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87927DB-B130-420A-94A3-D5C187B3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Business goals stay connected to engineering decisions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0167CD6-7697-41BA-957B-1B41B167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Architecture, platforms, and AI are mechanisms. Business outcomes are the reason.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4994DF1-6048-4F06-ADCE-9F7C601B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Business goal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A209EA07-01BA-4B22-BA47-0D2AB9E9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98CABF13-EDA5-4CFC-8C4E-E178A076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Goal → Evidence → Direction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Execution → Measured outcome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44037593-1FBE-4CC8-8D00-0C86AEAF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Assessment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F6DBE386-00E9-4AE0-AD2F-358CB374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5A4E4148-6C87-42B7-8056-06D2021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Architecture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60BDE2D-2E59-4D89-B708-6869AE72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E31CA519-354E-4149-A42F-9D0DD7A8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  Platform + AI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EA01F8A9-4514-437F-B9CC-D8B02A5B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0285D2E1-9D9E-48CB-BAEE-57B99C4B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  Business outcome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E9CFB90E-2A2F-45E0-B450-FF3117D3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6250416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00829DD-2F36-47C2-AB91-091403E7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33D516E-AA2E-4DC5-BC91-06F1CE7B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focused entry points. One accountable outcome.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42CD5C6-5D71-4CC0-ABE7-D51C7911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 assessment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Evidence, material risks, and a prioritised 30/60/90-day action plan.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F1462A89-FBCB-4679-840F-8F543C50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adoption sprint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governed workflow, one enabled team, and evidence for the next decision.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B7C89DF0-1772-4315-BC52-E9062EB6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Modernisation pilot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defensible direction, sequenced migration, and bounded proof.</a:t>
            </a:r>
          </a:p>
        </p:txBody>
      </p:sp>
    </p:spTree>
    <p:extLst>
      <p:ext uri="{BB962C8B-B14F-4D97-AF65-F5344CB8AC3E}">
        <p14:creationId xmlns:p14="http://schemas.microsoft.com/office/powerpoint/2010/main" val="19284199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888D903B-65E0-48C7-881B-E5098EAC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1–2 weeks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the business decision and scope. Review selected systems, artefacts, and workflows. Interview responsible leaders and practitioners.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findings and prioritise action by impact, risk, effort, and urgency.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Fixed fee after qualification and scope confirmation.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C2F575BD-5231-449B-869F-F8611B71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A35934C3-B80F-43ED-94A8-1CE557D7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Assessment turns engineering concern into a decision package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5C046671-4CA7-4F54-9B32-86C1237C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Executive findings and decision summary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Evidence-linked risks and strengths within scope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Prioritised 30/60/90-day recommendations and leadership readout</a:t>
            </a:r>
          </a:p>
        </p:txBody>
      </p:sp>
    </p:spTree>
    <p:extLst>
      <p:ext uri="{BB962C8B-B14F-4D97-AF65-F5344CB8AC3E}">
        <p14:creationId xmlns:p14="http://schemas.microsoft.com/office/powerpoint/2010/main" val="6813098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893D0BE3-29AF-49D5-8BB0-976B1B51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Discovery + pilot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Baseline the business constraint and current system. Compare viable options. Define a sequenced migration path.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the direction through a bounded 2–6 week pilot or reference slice.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 only after a clear go, change, pause, or stop decision.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F5EA9A12-7236-44DB-B1F1-FB6DFDC1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FC42503F-8075-4649-9F2C-074B29E8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Modernisation starts with evidence, not a rewrite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12AB17DB-7FBD-41B0-9277-B0EC877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Current-state baseline and target architecture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Migration roadmap, risks, coexistence, and rollback considerations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 evidence, handover, and next-phase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621306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EE7AFA66-41EB-4A7D-B8EC-91C376D7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2–4 week sprint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one team and a bounded use case. Identify policy, security, privacy, and intellectual-property constraints.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a workflow with named human accountability and measure effort, quality, failures, and feedback.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 what to adopt, revise, restrict, or stop.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F09307F4-78EF-4BBB-8336-3B191345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B71723DB-CF97-43D0-B7EA-02CBF366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adoption should earn the right to scale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D7894E75-C293-4F89-9393-F6CBED7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Use-case and risk assessment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 workflow, validation controls, and team enablement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summary and adoption backlog</a:t>
            </a:r>
          </a:p>
        </p:txBody>
      </p:sp>
    </p:spTree>
    <p:extLst>
      <p:ext uri="{BB962C8B-B14F-4D97-AF65-F5344CB8AC3E}">
        <p14:creationId xmlns:p14="http://schemas.microsoft.com/office/powerpoint/2010/main" val="3259331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E39A027-D2D3-44FB-9D13-5C5D1DAA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DA2FA01-B6F6-48EA-AC7D-12C15972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engagement moves from uncertainty to an owned decision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5B2971B-3976-4951-B981-4A807C00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keep the first step bounded, evidence-led, and useful even when the answer is to stop.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81F7F34-0F04-467E-8037-4B4F2E85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Qualify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65FB3E9F-666B-4AAC-AB7F-BC87A783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5547DABE-7B47-4040-A1AA-8DE05857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Qualify → Focus → Examine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 → Enable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673CDB8-2C30-4143-B317-9C47E121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Focus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C097B7A-5EA8-427A-8A04-F7E66E1F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05605513-F020-452A-AFB5-1CB25A0A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Examine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EA389CCC-D4DB-48CC-A27A-86A5DDF7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06867A6C-7E5C-4C51-A876-FFDEC3A2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  Decide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F1A15EB4-EB34-4671-8C0A-3E72A7F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CF623FE5-1CFE-4E16-A744-B9DC6187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  Enable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889F34CD-540D-4352-92CB-D9751D98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974443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5855966-9333-4A82-BE04-0E7C8447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 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41BDD70-840B-4B01-A365-C075C686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reusable Engineering Operating System supports the work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4FAF687-7E5E-4354-A897-3F562880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Principles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sound engineering decisions are made.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E9FD182-ED8D-41FD-A386-7E18D232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Playbooks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recurring engineering work is performed.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1100042-13F3-4F6D-A139-C872D99A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Standards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Which rules, controls, and evidence apply.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ABF8F41-578A-4891-98D5-26226372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References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Shared language and reusable lookup material.</a:t>
            </a:r>
          </a:p>
        </p:txBody>
      </p:sp>
    </p:spTree>
    <p:extLst>
      <p:ext uri="{BB962C8B-B14F-4D97-AF65-F5344CB8AC3E}">
        <p14:creationId xmlns:p14="http://schemas.microsoft.com/office/powerpoint/2010/main" val="5569839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990CCF6D-11CA-40C0-AFA4-FCD7320A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Enterprise Reference Implementation #1 — Angular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Planned public proof showing how the Engineering Operating System applies to enterprise frontend delivery.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Angular and Nx are the first proof strengths—not the company’s long-term identity.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Scope and release follow buyer learning and first-client priorities.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AE032FA1-2187-44A7-82D7-3E134DE1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20A61838-A217-4828-AF77-00A7F61C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reference implementation will show the system in practice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965226B0-16D6-4D1A-B255-09D06F53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Architecture and modularity decisions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Quality, delivery, and governance practices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Reusable implementation evidence and learning</a:t>
            </a:r>
          </a:p>
        </p:txBody>
      </p:sp>
    </p:spTree>
    <p:extLst>
      <p:ext uri="{BB962C8B-B14F-4D97-AF65-F5344CB8AC3E}">
        <p14:creationId xmlns:p14="http://schemas.microsoft.com/office/powerpoint/2010/main" val="108669613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292BF82-6CBA-48C0-A5F3-F75871CD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0089511-1AE8-4DCD-95F3-057A0BB6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 is built into the engagement, not added at the end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830FD50-9563-471E-BA6F-C958830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CE93CF2F-46E5-4C18-A545-9F505581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1C1D31E-317D-4847-8E83-6691CB16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accountability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Engineers remain accountable.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5855B08-3FE8-4070-BBFB-3195BDC5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 transfer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Practical artefacts, handover, and ownership.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3A436F50-6B35-4669-BD9D-2E981DEB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05F7BCA-9748-4555-A794-083AE04E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B1FE62CB-FE3F-4555-9787-DD255E3C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F964196-1764-4463-9F2F-77CC0EC8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Transparent scope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Scope, ownership, and acceptance are explicit.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0E201FB-5369-4143-B466-E76E5319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8128370A-3FC0-4D16-A196-5D2039A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Our promise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Better software, clearer decisions, stronger practices, and knowledge the client can own.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Claims are tied to agreed baselines and evidence, not universal promises.</a:t>
            </a:r>
          </a:p>
        </p:txBody>
      </p:sp>
    </p:spTree>
    <p:extLst>
      <p:ext uri="{BB962C8B-B14F-4D97-AF65-F5344CB8AC3E}">
        <p14:creationId xmlns:p14="http://schemas.microsoft.com/office/powerpoint/2010/main" val="10696257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E9298260-6980-48BA-964E-F1A956CB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Madhukumar Rajanala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Founder of Invara Labs with enterprise engineering experience across complex applications, architecture, and modernisation.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proof strengths: Angular, Nx, and responsible AI engineering adoption.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Directly accountable for early engagement judgement and delivery quality.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DC07380E-819B-4DF5-A8EE-05314828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8B76E245-BF70-462F-939F-4185A753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Early clients work directly with the founder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5131F02F-F13B-477C-B8E2-B82052A5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Direct senior attention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Hands-on architecture and engineering judgement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 transfer without invented organisational scale</a:t>
            </a:r>
          </a:p>
        </p:txBody>
      </p:sp>
    </p:spTree>
    <p:extLst>
      <p:ext uri="{BB962C8B-B14F-4D97-AF65-F5344CB8AC3E}">
        <p14:creationId xmlns:p14="http://schemas.microsoft.com/office/powerpoint/2010/main" val="7111510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EB377CD-6279-4C1E-A011-A74C328E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Bring us one material
engineering problem.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38754AF-5F16-4CA0-89E4-22037C64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is changing?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does it matter now?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Which decision must be made?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9617948-5B5B-4547-AFB3-5AF77006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INVARA LABS</a:t>
            </a:r>
          </a:p>
        </p:txBody>
      </p:sp>
    </p:spTree>
    <p:extLst>
      <p:ext uri="{BB962C8B-B14F-4D97-AF65-F5344CB8AC3E}">
        <p14:creationId xmlns:p14="http://schemas.microsoft.com/office/powerpoint/2010/main" val="1399339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2026-07-31T19:52:56.7150000Z</dcterms:created>
  <dcterms:modified xsi:type="dcterms:W3CDTF">2026-07-31T19:52:56.7150000Z</dcterms:modified>
</coreProperties>
</file>